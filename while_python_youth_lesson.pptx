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Python While: цикл, который не отстанет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Формат: презентация для урока 80-90 минут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Аудитория: ребята уже знают while True и while с условием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Цель: научиться уверенно использовать while в задачах, играх, проверках ввода и мини-алгоритмах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`while`: пока условие живо, код тусит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Сегодня: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вспомним, как работает while;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научимся не создавать вечные ловушки;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прокачаем break, continue, счетчики и флаги;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напишем много мини-программ;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устроим челленджи.</a:t>
            </a:r>
          </a:p>
          <a:p>
            <a:pPr>
              <a:defRPr sz="1600" b="1">
                <a:solidFill>
                  <a:srgbClr val="FF4081"/>
                </a:solidFill>
                <a:latin typeface="Arial"/>
              </a:defRPr>
            </a:pPr>
            <a:r>
              <a:t>MEM: 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Картинка "This is fine", подпись: "Когда запустил while True, но забыл break".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2. Быстрый разогрев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Вопрос в зал: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Что выведет программа?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Практика на 2 минуты: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Измени код так, чтобы он выводил: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x = 1</a:t>
            </a:r>
            <a:br/>
            <a:br/>
            <a:r>
              <a:t>while x &lt;= 5:</a:t>
            </a:r>
            <a:br/>
            <a:r>
              <a:t>    print(x)</a:t>
            </a:r>
            <a:br/>
            <a:r>
              <a:t>    x +=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#3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3. Главная идея `while`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while читается как:</a:t>
            </a:r>
          </a:p>
          <a:p>
            <a:pPr>
              <a:defRPr sz="2200" b="1">
                <a:solidFill>
                  <a:srgbClr val="00FFAA"/>
                </a:solidFill>
                <a:latin typeface="Arial"/>
              </a:defRPr>
            </a:pPr>
            <a:r>
              <a:t>пока условие истинно, повторяй блок кода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Схема: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Главное правило:</a:t>
            </a:r>
          </a:p>
          <a:p>
            <a:pPr>
              <a:defRPr sz="2200" b="1">
                <a:solidFill>
                  <a:srgbClr val="00FFAA"/>
                </a:solidFill>
                <a:latin typeface="Arial"/>
              </a:defRPr>
            </a:pPr>
            <a:r>
              <a:t>Внутри цикла должно происходить что-то, что однажды остановит цикл.</a:t>
            </a:r>
          </a:p>
          <a:p>
            <a:pPr>
              <a:defRPr sz="1600" b="1">
                <a:solidFill>
                  <a:srgbClr val="FF4081"/>
                </a:solidFill>
                <a:latin typeface="Arial"/>
              </a:defRPr>
            </a:pPr>
            <a:r>
              <a:t>MEM: 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Парень нажимает кнопку "Run" и стареет за компьютером. Подпись: "Когда условие никогда не стало False".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while условие:</a:t>
            </a:r>
            <a:br/>
            <a:r>
              <a:t>    действие</a:t>
            </a:r>
            <a:br/>
            <a:r>
              <a:t>    изменение_условия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#4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4. Антипример: ловушка вечности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Что здесь не так?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Ответ: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energy не меняется, поэтому цикл не закончится.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Исправление: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Мини-вопрос: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Сколько раз напечатается фраза?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energy = 5</a:t>
            </a:r>
            <a:br/>
            <a:br/>
            <a:r>
              <a:t>while energy &gt; 0:</a:t>
            </a:r>
            <a:br/>
            <a:r>
              <a:t>    print("Я еще могу!")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#5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5. Практика: счетчик лайков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Пользователь вводит число лайков. Программа должна вывести каждый лайк отдельной строкой: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Стартовый код: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Усложнение: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Если лайков больше 10, вывести: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Лайк 1</a:t>
            </a:r>
            <a:br/>
            <a:r>
              <a:t>Лайк 2</a:t>
            </a:r>
            <a:br/>
            <a:r>
              <a:t>Лайк 3</a:t>
            </a:r>
            <a:br/>
            <a:r>
              <a:t>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#6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6. `while` и ввод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while идеально подходит, когда мы не знаем заранее, сколько раз пользователь будет вводить данные.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Пример: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Обсуждение: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Сколько раз сработает цикл?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Что будет, если сразу ввести правильный пароль?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Что будет, если пароль не угадали 100 раз?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password = ""</a:t>
            </a:r>
            <a:br/>
            <a:br/>
            <a:r>
              <a:t>while password != "python":</a:t>
            </a:r>
            <a:br/>
            <a:r>
              <a:t>    password = input("Введите пароль: ")</a:t>
            </a:r>
            <a:br/>
            <a:br/>
            <a:r>
              <a:t>print("Доступ открыт")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#7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7. Практика: вход в аккаунт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Сделай программу входа: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правильный пин-код: 1234;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у пользователя максимум 3 попытки;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если ввел правильно, вывести Добро пожаловать;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если попытки закончились, вывести Карта заблокирована.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Подсказка:</a:t>
            </a:r>
          </a:p>
          <a:p>
            <a:pPr>
              <a:defRPr sz="1600" b="1">
                <a:solidFill>
                  <a:srgbClr val="FF4081"/>
                </a:solidFill>
                <a:latin typeface="Arial"/>
              </a:defRPr>
            </a:pPr>
            <a:r>
              <a:t>MEM: 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Фото охранника у двери. Подпись: "while проверяет, достоин ли ты войти".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pin = ""</a:t>
            </a:r>
            <a:br/>
            <a:r>
              <a:t>attempts = 3</a:t>
            </a:r>
            <a:br/>
            <a:br/>
            <a:r>
              <a:t>while pin != "1234" and attempts &gt; 0:</a:t>
            </a:r>
            <a:br/>
            <a:r>
              <a:t>    pin = input("Введите PIN: ")</a:t>
            </a:r>
            <a:br/>
            <a:r>
              <a:t>    attempts -= 1</a:t>
            </a:r>
            <a:br/>
            <a:br/>
            <a:r>
              <a:t>if pin == "1234":</a:t>
            </a:r>
            <a:br/>
            <a:r>
              <a:t>    print("Добро пожаловать")</a:t>
            </a:r>
            <a:br/>
            <a:r>
              <a:t>else:</a:t>
            </a:r>
            <a:br/>
            <a:r>
              <a:t>    print("Карта заблокирована")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8. `break`: аварийный выход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break сразу завершает цикл.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Когда удобно: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чат-боты;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меню;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игры;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программы, где пользователь сам решает, когда остановиться.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while True:</a:t>
            </a:r>
            <a:br/>
            <a:r>
              <a:t>    text = input("Напиши что-нибудь или stop: ")</a:t>
            </a:r>
            <a:br/>
            <a:br/>
            <a:r>
              <a:t>    if text == "stop":</a:t>
            </a:r>
            <a:br/>
            <a:r>
              <a:t>        break</a:t>
            </a:r>
            <a:br/>
            <a:br/>
            <a:r>
              <a:t>    print("Ты написал:", 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#9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9. Практика: бот-попугай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Напиши бота, который повторяет все, что пишет пользователь.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Правила: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если пользователь пишет стоп, бот завершает работу;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если пользователь пишет мем, бот отвечает Жиза;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в остальных случаях бот пишет Ты сказал: ....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Пример: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Ты: привет</a:t>
            </a:r>
            <a:br/>
            <a:r>
              <a:t>Бот: Ты сказал: привет</a:t>
            </a:r>
            <a:br/>
            <a:r>
              <a:t>Ты: мем</a:t>
            </a:r>
            <a:br/>
            <a:r>
              <a:t>Бот: Жиза</a:t>
            </a:r>
            <a:br/>
            <a:r>
              <a:t>Ты: стоп</a:t>
            </a:r>
            <a:br/>
            <a:r>
              <a:t>Бот: Пока!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10. `continue`: скипаем ход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continue пропускает остаток текущего круга цикла и переходит к следующему.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Вопрос: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Какого числа не будет в выводе?</a:t>
            </a:r>
          </a:p>
          <a:p>
            <a:pPr>
              <a:defRPr sz="1600" b="1">
                <a:solidFill>
                  <a:srgbClr val="FF4081"/>
                </a:solidFill>
                <a:latin typeface="Arial"/>
              </a:defRPr>
            </a:pPr>
            <a:r>
              <a:t>MEM: 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Кнопка "Skip ad". Подпись: "continue, когда код сказал: этот момент мы пропускаем".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number = 0</a:t>
            </a:r>
            <a:br/>
            <a:br/>
            <a:r>
              <a:t>while number &lt; 10:</a:t>
            </a:r>
            <a:br/>
            <a:r>
              <a:t>    number += 1</a:t>
            </a:r>
            <a:br/>
            <a:br/>
            <a:r>
              <a:t>    if number == 5:</a:t>
            </a:r>
            <a:br/>
            <a:r>
              <a:t>        continue</a:t>
            </a:r>
            <a:br/>
            <a:br/>
            <a:r>
              <a:t>    print(number)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11. Практика: только четные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Вывести числа от 1 до 20, но печатать только четные.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Вариант через continue: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Усложнение: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Печатать только числа, которые делятся на 3, но не делятся на 6.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n = 0</a:t>
            </a:r>
            <a:br/>
            <a:br/>
            <a:r>
              <a:t>while n &lt; 20:</a:t>
            </a:r>
            <a:br/>
            <a:r>
              <a:t>    n += 1</a:t>
            </a:r>
            <a:br/>
            <a:br/>
            <a:r>
              <a:t>    if n % 2 != 0:</a:t>
            </a:r>
            <a:br/>
            <a:r>
              <a:t>        continue</a:t>
            </a:r>
            <a:br/>
            <a:br/>
            <a:r>
              <a:t>    print(n)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#12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12. Флаг: переменная-переключатель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Флаг помогает управлять циклом.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Флаг похож на тумблер: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True - работаем;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False - остановились.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game_running = True</a:t>
            </a:r>
            <a:br/>
            <a:br/>
            <a:r>
              <a:t>while game_running:</a:t>
            </a:r>
            <a:br/>
            <a:r>
              <a:t>    command = input("Команда: ")</a:t>
            </a:r>
            <a:br/>
            <a:br/>
            <a:r>
              <a:t>    if command == "exit":</a:t>
            </a:r>
            <a:br/>
            <a:r>
              <a:t>        game_running = False</a:t>
            </a:r>
            <a:br/>
            <a:r>
              <a:t>    else:</a:t>
            </a:r>
            <a:br/>
            <a:r>
              <a:t>        print("Выполняю:", command)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#13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13. Практика: меню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Сделай меню: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Пока пользователь не выбрал 3, программа продолжает показывать меню.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Подсказка: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1 - Поздороваться</a:t>
            </a:r>
            <a:br/>
            <a:r>
              <a:t>2 - Рассказать шутку</a:t>
            </a:r>
            <a:br/>
            <a:r>
              <a:t>3 - Выйти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#14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14. Чекпоинт: найди баг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Что не так в коде?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Ответ: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Нет изменения count, поэтому цикл бесконечный.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Исправление: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count = 1</a:t>
            </a:r>
            <a:br/>
            <a:br/>
            <a:r>
              <a:t>while count &lt;= 10:</a:t>
            </a:r>
            <a:br/>
            <a:r>
              <a:t>    if count % 2 == 0:</a:t>
            </a:r>
            <a:br/>
            <a:r>
              <a:t>        print(count)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#15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15. Практика: угадай число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Компьютер загадал число от 1 до 10. Пользователь угадывает, пока не попадет.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База: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Усложнение: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добавить счетчик попыток;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ограничить попытки до 5;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добавить случайное число через random.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secret = 7</a:t>
            </a:r>
            <a:br/>
            <a:r>
              <a:t>guess = 0</a:t>
            </a:r>
            <a:br/>
            <a:br/>
            <a:r>
              <a:t>while guess != secret:</a:t>
            </a:r>
            <a:br/>
            <a:r>
              <a:t>    guess = int(input("Угадай число: "))</a:t>
            </a:r>
            <a:br/>
            <a:br/>
            <a:r>
              <a:t>    if guess &lt; secret:</a:t>
            </a:r>
            <a:br/>
            <a:r>
              <a:t>        print("Больше")</a:t>
            </a:r>
            <a:br/>
            <a:r>
              <a:t>    elif guess &gt; secret:</a:t>
            </a:r>
            <a:br/>
            <a:r>
              <a:t>        print("Меньше")</a:t>
            </a:r>
            <a:br/>
            <a:br/>
            <a:r>
              <a:t>print("Угадал!")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#16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16. Версия с random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Вопрос: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Зачем здесь break?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200">
                <a:solidFill>
                  <a:srgbClr val="E1EBFF"/>
                </a:solidFill>
                <a:latin typeface="Consolas"/>
              </a:defRPr>
            </a:pPr>
            <a:r>
              <a:t>import random</a:t>
            </a:r>
            <a:br/>
            <a:br/>
            <a:r>
              <a:t>secret = random.randint(1, 10)</a:t>
            </a:r>
            <a:br/>
            <a:r>
              <a:t>attempts = 5</a:t>
            </a:r>
            <a:br/>
            <a:br/>
            <a:r>
              <a:t>while attempts &gt; 0:</a:t>
            </a:r>
            <a:br/>
            <a:r>
              <a:t>    guess = int(input("Угадай число от 1 до 10: "))</a:t>
            </a:r>
            <a:br/>
            <a:r>
              <a:t>    attempts -= 1</a:t>
            </a:r>
            <a:br/>
            <a:br/>
            <a:r>
              <a:t>    if guess == secret:</a:t>
            </a:r>
            <a:br/>
            <a:r>
              <a:t>        print("Победа!")</a:t>
            </a:r>
            <a:br/>
            <a:r>
              <a:t>        break</a:t>
            </a:r>
            <a:br/>
            <a:r>
              <a:t>    elif guess &lt; secret:</a:t>
            </a:r>
            <a:br/>
            <a:r>
              <a:t>        print("Больше")</a:t>
            </a:r>
            <a:br/>
            <a:r>
              <a:t>    else:</a:t>
            </a:r>
            <a:br/>
            <a:r>
              <a:t>        print("Меньше")</a:t>
            </a:r>
            <a:br/>
            <a:br/>
            <a:r>
              <a:t>if guess != secret:</a:t>
            </a:r>
            <a:br/>
            <a:r>
              <a:t>    print("Попытки закончились. Было число:", secret)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#17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17. Практика: донат-бар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Стример собирает донаты на новую клавиатуру. Цель - 5000 рублей.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Пользователь вводит донаты по одному. После каждого доната программа показывает: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сколько уже собрано;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сколько осталось;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когда цель достигнута, выводит Сбор закрыт, чат легенда!.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Пример: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Донат: 1000</a:t>
            </a:r>
            <a:br/>
            <a:r>
              <a:t>Собрано: 1000</a:t>
            </a:r>
            <a:br/>
            <a:r>
              <a:t>Осталось: 4000</a:t>
            </a:r>
            <a:br/>
            <a:br/>
            <a:r>
              <a:t>Донат: 4500</a:t>
            </a:r>
            <a:br/>
            <a:r>
              <a:t>Сбор закрыт, чат легенда!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18. Практика: валидатор 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Пользователь должен придумать ник.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Условия: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ник не должен быть пустым;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длина ника минимум 3 символа;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ник не должен быть admin;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программа просит ввести ник снова, пока ник неправильный.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Заготовка: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Усложнение: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Запретить пробелы в нике.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nickname = input("Придумай ник: ")</a:t>
            </a:r>
            <a:br/>
            <a:br/>
            <a:r>
              <a:t>while nickname == "" or len(nickname) &lt; 3 or nickname == "admin":</a:t>
            </a:r>
            <a:br/>
            <a:r>
              <a:t>    print("Ник не подходит")</a:t>
            </a:r>
            <a:br/>
            <a:r>
              <a:t>    nickname = input("Придумай ник: ")</a:t>
            </a:r>
            <a:br/>
            <a:br/>
            <a:r>
              <a:t>print("Ник принят:", nickname)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#19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19. Мини-игра: энергия персонажа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У персонажа есть 100 энергии.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Каждый ход пользователь выбирает действие: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Правила: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энергия не может быть больше 100;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если энергия стала 0 или меньше, игра заканчивается;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после каждого хода показывать энергию.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Практика в парах: 10-12 минут.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1 - Бежать: -20 энергии</a:t>
            </a:r>
            <a:br/>
            <a:r>
              <a:t>2 - Отдохнуть: +10 энергии</a:t>
            </a:r>
            <a:br/>
            <a:r>
              <a:t>3 - Выйти из игры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#20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20. Мини-проект: Tamagotchi 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Идея: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Питомец хочет есть. У него есть уровень голода от 0 до 10.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Каждый ход: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пользователь выбирает действие;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1 - покормить, голод уменьшается;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2 - играть, голод увеличивается;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3 - выйти;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если голод стал 10, питомец обиделся и ушел.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Дополнительно: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добавить настроение;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добавить случайные события;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добавить имя питомца;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#21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21. Баттл: кто быстрее?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Формат: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Команды по 2-3 человека. На каждую задачу 4 минуты.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 1: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Вывести все числа от 30 до 1.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 2: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Посчитать сумму чисел от 1 до n.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 3: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Пользователь вводит числа, пока не введет 0. Вывести сумму всех введенных чисел.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Задача 4: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Пользователь вводит сообщения. Посчитать, сколько раз он написал лол, пока не введет стоп.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#22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22. Задачи на самостоятельную практику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Уровень 1: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1. Вывести числа от 1 до 100.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2. Вывести только нечетные числа от 1 до 50.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3. Запрашивать пароль, пока пользователь не введет правильный.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Уровень 2: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1. Посчитать количество цифр в числе.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2. Найти сумму цифр числа.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3. Сделать калькулятор, который работает до команды exit.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Уровень 3: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1. Игра "Угадай число" с уровнями сложности.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2. Текстовый квест с командами.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3. Банкомат: баланс, пополнение, снятие, выход.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#23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23. Разбор: сумма цифр числа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Идея: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Берем последнюю цифру через % 10, потом убираем ее через // 10.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Вопрос: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Что произойдет с числом 12345 на каждом круге цикла?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number = int(input("Введите число: "))</a:t>
            </a:r>
            <a:br/>
            <a:r>
              <a:t>total = 0</a:t>
            </a:r>
            <a:br/>
            <a:br/>
            <a:r>
              <a:t>while number &gt; 0:</a:t>
            </a:r>
            <a:br/>
            <a:r>
              <a:t>    digit = number % 10</a:t>
            </a:r>
            <a:br/>
            <a:r>
              <a:t>    total += digit</a:t>
            </a:r>
            <a:br/>
            <a:r>
              <a:t>    number //= 10</a:t>
            </a:r>
            <a:br/>
            <a:br/>
            <a:r>
              <a:t>print("Сумма цифр:",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#24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24. Ошибки, которые ловим сегодня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Чеклист: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забыли изменить переменную внутри цикла;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условие всегда True;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случайно написали = вместо ==;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поставили break не туда;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сделали continue до изменения счетчика;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не обработали неправильный ввод пользователя.</a:t>
            </a:r>
          </a:p>
          <a:p>
            <a:pPr>
              <a:defRPr sz="1600" b="1">
                <a:solidFill>
                  <a:srgbClr val="FF4081"/>
                </a:solidFill>
                <a:latin typeface="Arial"/>
              </a:defRPr>
            </a:pPr>
            <a:r>
              <a:t>MEM: 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Собака в лабораторном халате. Подпись: "Я не дебажу, я провожу расследование".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"Антиспам-бот"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Пользователь вводит сообщения.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Бот должен: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работать до команды стоп;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считать все сообщения;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считать сообщения спам;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если пользователь написал спам 3 раза, вывести Бан на 5 минут и завершить работу;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в конце вывести статистику.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Пример: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400">
                <a:solidFill>
                  <a:srgbClr val="E1EBFF"/>
                </a:solidFill>
                <a:latin typeface="Consolas"/>
              </a:defRPr>
            </a:pPr>
            <a:r>
              <a:t>Сообщение: привет</a:t>
            </a:r>
            <a:br/>
            <a:r>
              <a:t>Сообщение: спам</a:t>
            </a:r>
            <a:br/>
            <a:r>
              <a:t>Сообщение: лол</a:t>
            </a:r>
            <a:br/>
            <a:r>
              <a:t>Сообщение: спам</a:t>
            </a:r>
            <a:br/>
            <a:r>
              <a:t>Сообщение: спам</a:t>
            </a:r>
            <a:br/>
            <a:r>
              <a:t>Бан на 5 минут</a:t>
            </a:r>
            <a:br/>
            <a:r>
              <a:t>Всего сообщений: 5</a:t>
            </a:r>
            <a:br/>
            <a:r>
              <a:t>Спама: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26. Решение финального челленджа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379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Вопрос для обсуждения: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Считаем ли команду стоп сообщением? Почему?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508760"/>
            <a:ext cx="4160520" cy="4526280"/>
          </a:xfrm>
          <a:prstGeom prst="roundRect">
            <a:avLst/>
          </a:prstGeom>
          <a:solidFill>
            <a:srgbClr val="1C20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52400"/>
          <a:lstStyle/>
          <a:p>
            <a:pPr algn="ctr">
              <a:defRPr sz="1200">
                <a:solidFill>
                  <a:srgbClr val="E1EBFF"/>
                </a:solidFill>
                <a:latin typeface="Consolas"/>
              </a:defRPr>
            </a:pPr>
            <a:r>
              <a:t>total_messages = 0</a:t>
            </a:r>
            <a:br/>
            <a:r>
              <a:t>spam_count = 0</a:t>
            </a:r>
            <a:br/>
            <a:br/>
            <a:r>
              <a:t>while True:</a:t>
            </a:r>
            <a:br/>
            <a:r>
              <a:t>    message = input("Сообщение: ")</a:t>
            </a:r>
            <a:br/>
            <a:br/>
            <a:r>
              <a:t>    if message == "стоп":</a:t>
            </a:r>
            <a:br/>
            <a:r>
              <a:t>        break</a:t>
            </a:r>
            <a:br/>
            <a:br/>
            <a:r>
              <a:t>    total_messages += 1</a:t>
            </a:r>
            <a:br/>
            <a:br/>
            <a:r>
              <a:t>    if message == "спам":</a:t>
            </a:r>
            <a:br/>
            <a:r>
              <a:t>        spam_count += 1</a:t>
            </a:r>
            <a:br/>
            <a:br/>
            <a:r>
              <a:t>    if spam_count == 3:</a:t>
            </a:r>
            <a:br/>
            <a:r>
              <a:t>        print("Бан на 5 минут")</a:t>
            </a:r>
            <a:br/>
            <a:r>
              <a:t>        break</a:t>
            </a:r>
            <a:br/>
            <a:br/>
            <a:r>
              <a:t>print("Всего сообщений:", total_messages)</a:t>
            </a:r>
            <a:br/>
            <a:r>
              <a:t>print("Спама:", spam_count)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27. Рефлексия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Быстрый выходной билет: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1. Когда лучше использовать while, а не for?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2. Что делает break?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3. Что делает continue?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4. Что нужно проверить, если цикл стал бесконечным?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5. Где в реальной программе может пригодиться while?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Финальная фраза:</a:t>
            </a:r>
          </a:p>
          <a:p>
            <a:pPr>
              <a:defRPr sz="2200" b="1">
                <a:solidFill>
                  <a:srgbClr val="00FFAA"/>
                </a:solidFill>
                <a:latin typeface="Arial"/>
              </a:defRPr>
            </a:pPr>
            <a:r>
              <a:t>while - это цикл для ситуаций, где количество повторений зависит от условия, пользователя или события.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#28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Слайд 28. Домашка на выбор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Выбери одну задачу: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1. **Банкомат**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Баланс, пополнение, снятие, проверка баланса, выход.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2. **Квест-комната**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Пользователь вводит команды, пока не найдет выход.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3. **Трекер привычки**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Пользователь отмечает дни подряд, программа считает серию.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4. **Магазин с корзиной**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Пользователь добавляет товары, пока не напишет оплатить.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Критерии: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есть while;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есть условие остановки;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#29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План урока по времени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0-10 минут: разогрев и повторение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10-25 минут: счетчики, условия, ввод пользователя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25-40 минут: break, continue, флаги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40-60 минут: практические задачи и мини-игры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60-80 минут: финальный челлендж</a:t>
            </a:r>
          </a:p>
          <a:p>
            <a:pPr>
              <a:defRPr sz="1800" b="0">
                <a:solidFill>
                  <a:srgbClr val="F5F7FA"/>
                </a:solidFill>
                <a:latin typeface="Arial"/>
              </a:defRPr>
            </a:pPr>
            <a:r>
              <a:t>80-90 минут: разбор, рефлексия, домашка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#30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229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3200" b="1">
                <a:solidFill>
                  <a:srgbClr val="F5F7FA"/>
                </a:solidFill>
                <a:latin typeface="Arial"/>
              </a:defRPr>
            </a:pPr>
            <a:r>
              <a:t>Шпаргалка преподавателя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074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Ключевые мысли, которые нужно повторять: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while не знает заранее, сколько раз повторяться.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У цикла должно быть условие остановки.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Счетчик нужно менять внутри цикла.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break завершает цикл полностью.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continue пропускает текущий круг.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Флаг помогает делать читаемые циклы.</a:t>
            </a:r>
          </a:p>
          <a:p>
            <a:pPr>
              <a:defRPr sz="1800" b="1">
                <a:solidFill>
                  <a:srgbClr val="B4BECD"/>
                </a:solidFill>
                <a:latin typeface="Arial"/>
              </a:defRPr>
            </a:pPr>
            <a:r>
              <a:t>Частые подсказки ученикам: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"Какая переменная отвечает за остановку?"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"Где она меняется?"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"Что должно случиться, чтобы условие стало False?"</a:t>
            </a:r>
          </a:p>
          <a:p>
            <a:pPr>
              <a:defRPr sz="1900">
                <a:solidFill>
                  <a:srgbClr val="F5F7FA"/>
                </a:solidFill>
                <a:latin typeface="Arial"/>
              </a:defRPr>
            </a:pPr>
            <a:r>
              <a:t>"Тебе нужен счетчик, флаг или break?"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6355080"/>
            <a:ext cx="1143000" cy="310896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E"/>
                </a:solidFill>
                <a:latin typeface="Arial"/>
              </a:rPr>
              <a:t>WHILE #31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6473952"/>
            <a:ext cx="9601200" cy="27432"/>
          </a:xfrm>
          <a:prstGeom prst="rect">
            <a:avLst/>
          </a:prstGeom>
          <a:solidFill>
            <a:srgbClr val="37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